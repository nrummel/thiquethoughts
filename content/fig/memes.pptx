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6300"/>
    <a:srgbClr val="FFFFF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1D8C08-3D26-E81A-24C9-FAFF9BDAE73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4950FEA-AF5D-5F1B-86DF-D448637DCE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1F40FE-B054-A064-28F5-DFCF43CBE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2210F8-793F-A840-904B-3C89E701F973}" type="datetimeFigureOut">
              <a:rPr lang="en-US" smtClean="0"/>
              <a:t>2/3/26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7D4833-24FC-5E35-EB14-87604DCC19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C16C5B-5CAF-CCBD-9963-90BBC2836D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8EC06C-72DA-174D-83DF-197917742A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77793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E0D008-0B8D-D70F-AA87-820E391DC0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87AC52-158C-9522-C997-C9A883B9EE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C79CD3-7057-C47D-EF2F-60E5A28793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2210F8-793F-A840-904B-3C89E701F973}" type="datetimeFigureOut">
              <a:rPr lang="en-US" smtClean="0"/>
              <a:t>2/3/26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1867F5-F593-4BC7-CA8F-15A76066D8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08CEEF-C2B8-7AEE-162F-1F13926B5B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8EC06C-72DA-174D-83DF-197917742A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65265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3AE0F-771E-7918-A018-8D3E1B16EA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32182C-DEED-AF92-F1BE-E065E80C81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DFC124-0FFF-A869-D111-A4FBDF5D61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2210F8-793F-A840-904B-3C89E701F973}" type="datetimeFigureOut">
              <a:rPr lang="en-US" smtClean="0"/>
              <a:t>2/3/26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7B40E7-CAA1-A5A9-6124-3135906397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3E850C-B442-34CE-303E-7D8B396AE7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8EC06C-72DA-174D-83DF-197917742A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08098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8D047A-DCA7-007A-02BA-341CFB3764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DE6BC7-5A76-1093-0959-39038A3EA9A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36449E-8F30-145E-546A-238A05E437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EF0B804-80F4-BE8A-1C66-60160F2D3C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2210F8-793F-A840-904B-3C89E701F973}" type="datetimeFigureOut">
              <a:rPr lang="en-US" smtClean="0"/>
              <a:t>2/3/26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526CCEE-CBD1-233A-D5B6-ACE791B977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A293A6-4C08-358A-27D1-10E32FE4A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8EC06C-72DA-174D-83DF-197917742A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15138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635227-CCB2-BDCF-C556-5B3C42D03B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EE1803-A6F4-69AD-7FD7-C374E12BF5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28BBA6-EAE1-916B-70FB-BD9C3BBCAA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F17902F-5018-1C90-B1BE-2C4DA68231A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3D57906-DC47-0FCD-87A0-6151B58E794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59158B5-9EA4-CAAD-E9C0-36E6525D52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2210F8-793F-A840-904B-3C89E701F973}" type="datetimeFigureOut">
              <a:rPr lang="en-US" smtClean="0"/>
              <a:t>2/3/26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E2D597-A805-8844-559F-CBE47294D2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7E37167-01CF-2ECE-39D4-99C362CB4C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8EC06C-72DA-174D-83DF-197917742A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0677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29DF1D-9179-D2F3-84C2-6767F858D3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DC00778-D215-A154-D562-2ACD36EFA8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2210F8-793F-A840-904B-3C89E701F973}" type="datetimeFigureOut">
              <a:rPr lang="en-US" smtClean="0"/>
              <a:t>2/3/26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13817C9-99C3-58E9-7F26-4C6A1B88A1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A6EF97-C6D2-6656-0667-0345106750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8EC06C-72DA-174D-83DF-197917742A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5679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8EF0C74-3254-0F53-3A82-997BAA8300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2210F8-793F-A840-904B-3C89E701F973}" type="datetimeFigureOut">
              <a:rPr lang="en-US" smtClean="0"/>
              <a:t>2/3/26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068CF8D-892C-0F27-E5DB-C0A7FAA8E1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93C109-422E-21D6-32D3-07B8F04DB7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8EC06C-72DA-174D-83DF-197917742A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09843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46FA84-A6F1-159E-0E22-3CCD2C7EFE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6053BC-8259-673D-408B-0720E501E6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FF8FC9-0F66-FAA9-FD2B-CEC55C996D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FDAACA-967E-AC16-D249-A06DBA80D4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2210F8-793F-A840-904B-3C89E701F973}" type="datetimeFigureOut">
              <a:rPr lang="en-US" smtClean="0"/>
              <a:t>2/3/26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9AD554-0E30-6FB1-929F-C6A5085D63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A22CD7-3BB6-E96E-F323-6DB42225C3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8EC06C-72DA-174D-83DF-197917742A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13585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C476C0-9063-5478-80D6-88913CD058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ED31ADA-5848-0186-AB8D-77855A1D8C2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9606BCE-571A-175C-EF91-3D00A93854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059DCB-63DC-4A35-A462-8366297346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2210F8-793F-A840-904B-3C89E701F973}" type="datetimeFigureOut">
              <a:rPr lang="en-US" smtClean="0"/>
              <a:t>2/3/26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BF9CC5-3B39-83FF-97FA-68ACF7B24B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BCD05E1-D67B-510D-1C52-1938AF8F71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8EC06C-72DA-174D-83DF-197917742A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94024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F6DE7B-0D4B-6F6E-E07C-9FA7B9CE9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946791-D0E5-4C08-7151-41127FDB45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AB6483-B531-DD7A-E9A6-9AC1DA5386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2210F8-793F-A840-904B-3C89E701F973}" type="datetimeFigureOut">
              <a:rPr lang="en-US" smtClean="0"/>
              <a:t>2/3/26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E8171E-215D-A082-6578-1BD096389A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023666-8E3E-584E-E8FD-13A2FA6836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8EC06C-72DA-174D-83DF-197917742A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90976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E129F3C-A15B-5BB0-A945-BDB3B892053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CBB5949-8D1E-7A36-7B23-FBFD4772134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64F679-2956-E76A-3BA3-C94FD3E853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2210F8-793F-A840-904B-3C89E701F973}" type="datetimeFigureOut">
              <a:rPr lang="en-US" smtClean="0"/>
              <a:t>2/3/26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9DCEBC-6A7A-A58F-ED03-C780A60B29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A3D1E6-3FD0-E27B-B50D-223B677D3F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8EC06C-72DA-174D-83DF-197917742A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64855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C51B5B5-BDAA-8801-7BA1-A10A7B4363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7DA109-373A-0EE8-03A1-17346EA1D2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8B0C2E-209E-E608-0D41-7BD4D9CD2DA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12210F8-793F-A840-904B-3C89E701F973}" type="datetimeFigureOut">
              <a:rPr lang="en-US" smtClean="0"/>
              <a:t>2/3/26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44E77C-F893-CA12-ECDB-05F0383107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E15960-6ECF-C7F2-468B-C7F509A208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E8EC06C-72DA-174D-83DF-197917742A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63335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jp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ED9C75B-7811-4116-0A17-EB6027BD63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459" y="1271033"/>
            <a:ext cx="3810000" cy="4762500"/>
          </a:xfrm>
          <a:prstGeom prst="rect">
            <a:avLst/>
          </a:prstGeom>
        </p:spPr>
      </p:pic>
      <p:sp>
        <p:nvSpPr>
          <p:cNvPr id="8" name="Cloud Callout 7">
            <a:extLst>
              <a:ext uri="{FF2B5EF4-FFF2-40B4-BE49-F238E27FC236}">
                <a16:creationId xmlns:a16="http://schemas.microsoft.com/office/drawing/2014/main" id="{55FB3A08-E182-111C-9565-EF93A5ACDF1D}"/>
              </a:ext>
            </a:extLst>
          </p:cNvPr>
          <p:cNvSpPr/>
          <p:nvPr/>
        </p:nvSpPr>
        <p:spPr>
          <a:xfrm>
            <a:off x="3004788" y="96703"/>
            <a:ext cx="5329067" cy="2252079"/>
          </a:xfrm>
          <a:prstGeom prst="cloudCallout">
            <a:avLst>
              <a:gd name="adj1" fmla="val -41384"/>
              <a:gd name="adj2" fmla="val 58723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Comic Sans MS" panose="030F0902030302020204" pitchFamily="66" charset="0"/>
              </a:rPr>
              <a:t>F***, I do 9A just a couple times, and now people have expectations of </a:t>
            </a:r>
            <a:r>
              <a:rPr lang="en-US">
                <a:latin typeface="Comic Sans MS" panose="030F0902030302020204" pitchFamily="66" charset="0"/>
              </a:rPr>
              <a:t>me?</a:t>
            </a:r>
            <a:endParaRPr lang="en-US" dirty="0">
              <a:latin typeface="Comic Sans MS" panose="030F0902030302020204" pitchFamily="66" charset="0"/>
            </a:endParaRPr>
          </a:p>
        </p:txBody>
      </p:sp>
      <p:pic>
        <p:nvPicPr>
          <p:cNvPr id="10" name="Picture 9" descr="A person walking in the woods&#10;&#10;AI-generated content may be incorrect.">
            <a:extLst>
              <a:ext uri="{FF2B5EF4-FFF2-40B4-BE49-F238E27FC236}">
                <a16:creationId xmlns:a16="http://schemas.microsoft.com/office/drawing/2014/main" id="{087A8671-CB91-55B4-B378-64D28EFF42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0186" y="2860159"/>
            <a:ext cx="4911044" cy="2775098"/>
          </a:xfrm>
          <a:prstGeom prst="rect">
            <a:avLst/>
          </a:prstGeom>
        </p:spPr>
      </p:pic>
      <p:sp>
        <p:nvSpPr>
          <p:cNvPr id="11" name="Right Arrow 10">
            <a:extLst>
              <a:ext uri="{FF2B5EF4-FFF2-40B4-BE49-F238E27FC236}">
                <a16:creationId xmlns:a16="http://schemas.microsoft.com/office/drawing/2014/main" id="{E6FFC7C0-04C5-04BC-A6D7-134C2844B431}"/>
              </a:ext>
            </a:extLst>
          </p:cNvPr>
          <p:cNvSpPr/>
          <p:nvPr/>
        </p:nvSpPr>
        <p:spPr>
          <a:xfrm>
            <a:off x="4653913" y="3920757"/>
            <a:ext cx="2030818" cy="65390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534ABF72-327E-3F80-C9DF-323BB7A8F03C}"/>
              </a:ext>
            </a:extLst>
          </p:cNvPr>
          <p:cNvSpPr/>
          <p:nvPr/>
        </p:nvSpPr>
        <p:spPr>
          <a:xfrm>
            <a:off x="4678920" y="4638456"/>
            <a:ext cx="2030818" cy="116426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Special Gothic Expanded One" pitchFamily="2" charset="77"/>
                <a:cs typeface="Special Gothic Expanded One" pitchFamily="2" charset="77"/>
              </a:rPr>
              <a:t>Hinds under a rock with this guy in fear (allegedly)</a:t>
            </a:r>
          </a:p>
        </p:txBody>
      </p:sp>
    </p:spTree>
    <p:extLst>
      <p:ext uri="{BB962C8B-B14F-4D97-AF65-F5344CB8AC3E}">
        <p14:creationId xmlns:p14="http://schemas.microsoft.com/office/powerpoint/2010/main" val="13913169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erson climbing a rock&#10;&#10;AI-generated content may be incorrect.">
            <a:extLst>
              <a:ext uri="{FF2B5EF4-FFF2-40B4-BE49-F238E27FC236}">
                <a16:creationId xmlns:a16="http://schemas.microsoft.com/office/drawing/2014/main" id="{C8AEAFBA-EB73-5F52-47B4-EB556051E2D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3081" r="3121" b="-2"/>
          <a:stretch>
            <a:fillRect/>
          </a:stretch>
        </p:blipFill>
        <p:spPr>
          <a:xfrm>
            <a:off x="7794519" y="3506112"/>
            <a:ext cx="4397481" cy="3351888"/>
          </a:xfrm>
          <a:custGeom>
            <a:avLst/>
            <a:gdLst/>
            <a:ahLst/>
            <a:cxnLst/>
            <a:rect l="l" t="t" r="r" b="b"/>
            <a:pathLst>
              <a:path w="4397481" h="3351888">
                <a:moveTo>
                  <a:pt x="0" y="0"/>
                </a:moveTo>
                <a:lnTo>
                  <a:pt x="4397481" y="0"/>
                </a:lnTo>
                <a:lnTo>
                  <a:pt x="4397481" y="3351888"/>
                </a:lnTo>
                <a:lnTo>
                  <a:pt x="1552363" y="3351888"/>
                </a:lnTo>
                <a:close/>
              </a:path>
            </a:pathLst>
          </a:custGeom>
        </p:spPr>
      </p:pic>
      <p:pic>
        <p:nvPicPr>
          <p:cNvPr id="5" name="Picture 4" descr="A person taking a selfie&#10;&#10;AI-generated content may be incorrect.">
            <a:extLst>
              <a:ext uri="{FF2B5EF4-FFF2-40B4-BE49-F238E27FC236}">
                <a16:creationId xmlns:a16="http://schemas.microsoft.com/office/drawing/2014/main" id="{99B93D77-4DA2-D7F1-75CC-F57EFFE096C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393" b="-3"/>
          <a:stretch>
            <a:fillRect/>
          </a:stretch>
        </p:blipFill>
        <p:spPr>
          <a:xfrm>
            <a:off x="6168189" y="10"/>
            <a:ext cx="6023811" cy="3346394"/>
          </a:xfrm>
          <a:custGeom>
            <a:avLst/>
            <a:gdLst/>
            <a:ahLst/>
            <a:cxnLst/>
            <a:rect l="l" t="t" r="r" b="b"/>
            <a:pathLst>
              <a:path w="6023811" h="3346404">
                <a:moveTo>
                  <a:pt x="0" y="0"/>
                </a:moveTo>
                <a:lnTo>
                  <a:pt x="6023811" y="0"/>
                </a:lnTo>
                <a:lnTo>
                  <a:pt x="6023811" y="3346404"/>
                </a:lnTo>
                <a:lnTo>
                  <a:pt x="1549824" y="3346404"/>
                </a:lnTo>
                <a:close/>
              </a:path>
            </a:pathLst>
          </a:custGeom>
        </p:spPr>
      </p:pic>
      <p:pic>
        <p:nvPicPr>
          <p:cNvPr id="17" name="Picture 16" descr="A blue jacket with black zipper&#10;&#10;AI-generated content may be incorrect.">
            <a:extLst>
              <a:ext uri="{FF2B5EF4-FFF2-40B4-BE49-F238E27FC236}">
                <a16:creationId xmlns:a16="http://schemas.microsoft.com/office/drawing/2014/main" id="{1ECC5D3D-4037-BC06-2AB1-BA72AE8CEC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5525" y="2413712"/>
            <a:ext cx="2612468" cy="2180207"/>
          </a:xfrm>
          <a:prstGeom prst="rect">
            <a:avLst/>
          </a:prstGeom>
        </p:spPr>
      </p:pic>
      <p:pic>
        <p:nvPicPr>
          <p:cNvPr id="9" name="Picture 8" descr="A person climbing a rock&#10;&#10;AI-generated content may be incorrect.">
            <a:extLst>
              <a:ext uri="{FF2B5EF4-FFF2-40B4-BE49-F238E27FC236}">
                <a16:creationId xmlns:a16="http://schemas.microsoft.com/office/drawing/2014/main" id="{59B0492C-0A4D-7230-CB29-082D7A42432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7717" r="3251"/>
          <a:stretch>
            <a:fillRect/>
          </a:stretch>
        </p:blipFill>
        <p:spPr>
          <a:xfrm>
            <a:off x="20" y="10"/>
            <a:ext cx="9154673" cy="6863475"/>
          </a:xfrm>
          <a:custGeom>
            <a:avLst/>
            <a:gdLst/>
            <a:ahLst/>
            <a:cxnLst/>
            <a:rect l="l" t="t" r="r" b="b"/>
            <a:pathLst>
              <a:path w="9154693" h="6863485">
                <a:moveTo>
                  <a:pt x="0" y="0"/>
                </a:moveTo>
                <a:lnTo>
                  <a:pt x="5976000" y="0"/>
                </a:lnTo>
                <a:lnTo>
                  <a:pt x="9154693" y="6863485"/>
                </a:lnTo>
                <a:lnTo>
                  <a:pt x="0" y="6863485"/>
                </a:lnTo>
                <a:lnTo>
                  <a:pt x="0" y="0"/>
                </a:lnTo>
                <a:close/>
              </a:path>
            </a:pathLst>
          </a:custGeom>
        </p:spPr>
      </p:pic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54ADBF8B-5C8D-BC35-2B0D-6F09389DCD1A}"/>
              </a:ext>
            </a:extLst>
          </p:cNvPr>
          <p:cNvSpPr/>
          <p:nvPr/>
        </p:nvSpPr>
        <p:spPr>
          <a:xfrm>
            <a:off x="8404167" y="2718262"/>
            <a:ext cx="1870363" cy="618033"/>
          </a:xfrm>
          <a:prstGeom prst="roundRect">
            <a:avLst/>
          </a:prstGeom>
          <a:solidFill>
            <a:srgbClr val="FF63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Special Gothic Expanded One" pitchFamily="2" charset="77"/>
                <a:cs typeface="Special Gothic Expanded One" pitchFamily="2" charset="77"/>
              </a:rPr>
              <a:t>Kroger MK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574C82AD-4DA1-487B-E071-EBD2DB4CB569}"/>
              </a:ext>
            </a:extLst>
          </p:cNvPr>
          <p:cNvSpPr/>
          <p:nvPr/>
        </p:nvSpPr>
        <p:spPr>
          <a:xfrm>
            <a:off x="7915854" y="232131"/>
            <a:ext cx="1612669" cy="478465"/>
          </a:xfrm>
          <a:prstGeom prst="roundRect">
            <a:avLst/>
          </a:prstGeom>
          <a:solidFill>
            <a:srgbClr val="FFFFF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Special Gothic Expanded One" pitchFamily="2" charset="77"/>
                <a:cs typeface="Special Gothic Expanded One" pitchFamily="2" charset="77"/>
              </a:rPr>
              <a:t>Bruh,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636D47C2-BF5A-46F0-C27F-37B597833DD9}"/>
              </a:ext>
            </a:extLst>
          </p:cNvPr>
          <p:cNvSpPr/>
          <p:nvPr/>
        </p:nvSpPr>
        <p:spPr>
          <a:xfrm>
            <a:off x="7049193" y="689956"/>
            <a:ext cx="3241964" cy="538579"/>
          </a:xfrm>
          <a:prstGeom prst="roundRect">
            <a:avLst/>
          </a:prstGeom>
          <a:solidFill>
            <a:srgbClr val="FF63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Special Gothic Expanded One" pitchFamily="2" charset="77"/>
                <a:cs typeface="Special Gothic Expanded One" pitchFamily="2" charset="77"/>
              </a:rPr>
              <a:t>You Are …</a:t>
            </a:r>
          </a:p>
        </p:txBody>
      </p:sp>
      <p:sp>
        <p:nvSpPr>
          <p:cNvPr id="19" name="Cloud Callout 18">
            <a:extLst>
              <a:ext uri="{FF2B5EF4-FFF2-40B4-BE49-F238E27FC236}">
                <a16:creationId xmlns:a16="http://schemas.microsoft.com/office/drawing/2014/main" id="{B2D46BBC-DEB8-4119-8733-D4A089F24B58}"/>
              </a:ext>
            </a:extLst>
          </p:cNvPr>
          <p:cNvSpPr/>
          <p:nvPr/>
        </p:nvSpPr>
        <p:spPr>
          <a:xfrm>
            <a:off x="4813069" y="4981970"/>
            <a:ext cx="3441469" cy="1487979"/>
          </a:xfrm>
          <a:prstGeom prst="cloudCallout">
            <a:avLst>
              <a:gd name="adj1" fmla="val -41331"/>
              <a:gd name="adj2" fmla="val -110797"/>
            </a:avLst>
          </a:prstGeom>
          <a:solidFill>
            <a:srgbClr val="FF63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Comic Sans MS" panose="030F0902030302020204" pitchFamily="66" charset="0"/>
              </a:rPr>
              <a:t>I’m manifesting Nalle!</a:t>
            </a:r>
          </a:p>
        </p:txBody>
      </p:sp>
    </p:spTree>
    <p:extLst>
      <p:ext uri="{BB962C8B-B14F-4D97-AF65-F5344CB8AC3E}">
        <p14:creationId xmlns:p14="http://schemas.microsoft.com/office/powerpoint/2010/main" val="5727010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691</TotalTime>
  <Words>41</Words>
  <Application>Microsoft Macintosh PowerPoint</Application>
  <PresentationFormat>Widescreen</PresentationFormat>
  <Paragraphs>6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8" baseType="lpstr">
      <vt:lpstr>Aptos</vt:lpstr>
      <vt:lpstr>Aptos Display</vt:lpstr>
      <vt:lpstr>Arial</vt:lpstr>
      <vt:lpstr>Comic Sans MS</vt:lpstr>
      <vt:lpstr>Special Gothic Expanded One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Nicholas Rummel</dc:creator>
  <cp:lastModifiedBy>Nicholas Rummel</cp:lastModifiedBy>
  <cp:revision>5</cp:revision>
  <dcterms:created xsi:type="dcterms:W3CDTF">2026-01-28T21:07:07Z</dcterms:created>
  <dcterms:modified xsi:type="dcterms:W3CDTF">2026-02-03T22:17:54Z</dcterms:modified>
</cp:coreProperties>
</file>